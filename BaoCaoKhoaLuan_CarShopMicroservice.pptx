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KHÓA LUẬN TỐT NGHIỆP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tài: Xây dựng hệ thống thương mại điện tử mua bán ô tô (CarShopMicroservice)</a:t>
            </a:r>
          </a:p>
          <a:p/>
          <a:p>
            <a:r>
              <a:t>Sinh viên: [Tên của bạn]</a:t>
            </a:r>
          </a:p>
          <a:p>
            <a:r>
              <a:t>Giảng viên hướng dẫn: [Tên GV]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Đặt vấn đề &amp; Lý do chọn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Nhu cầu mua bán ô tô trực tuyến ngày càng tăng cao.</a:t>
            </a:r>
          </a:p>
          <a:p>
            <a:pPr/>
            <a:r>
              <a:t>Hệ thống nguyên khối (Monolithic) truyền thống gặp khó khăn trong việc mở rộng (scale) khi lượng truy cập lớn.</a:t>
            </a:r>
          </a:p>
          <a:p>
            <a:pPr/>
            <a:r>
              <a:t>Cần một hệ thống linh hoạt, dễ bảo trì và có khả năng tích hợp các công nghệ mới (như AI định giá xe).</a:t>
            </a:r>
          </a:p>
          <a:p>
            <a:pPr/>
            <a:r>
              <a:t>-&gt; Lựa chọn kiến trúc Microservices để giải quyết bài toán.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Xây dựng thành công nền tảng E-commerce bán ô tô với kiến trúc Microservices.</a:t>
            </a:r>
          </a:p>
          <a:p>
            <a:pPr/>
            <a:r>
              <a:t>Phát triển các Service độc lập: Auth, Inventory, Order, AI (Price Service)...</a:t>
            </a:r>
          </a:p>
          <a:p>
            <a:pPr/>
            <a:r>
              <a:t>Tích hợp AI để hỗ trợ định giá xe tự động dựa trên dữ liệu.</a:t>
            </a:r>
          </a:p>
          <a:p>
            <a:pPr/>
            <a:r>
              <a:t>Đảm bảo hệ thống bảo mật, ổn định và dễ dàng deploy.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Tổng quan 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Core: Java Spring Boot, Spring Cloud (Feign Client, API Gateway).</a:t>
            </a:r>
          </a:p>
          <a:p>
            <a:pPr/>
            <a:r>
              <a:t>Frontend: React/Vue/Angular (Cập nhật theo thực tế).</a:t>
            </a:r>
          </a:p>
          <a:p>
            <a:pPr/>
            <a:r>
              <a:t>Database &amp; Cache: MySQL / PostgreSQL, Redis cho caching.</a:t>
            </a:r>
          </a:p>
          <a:p>
            <a:pPr/>
            <a:r>
              <a:t>AI Service: Python, FastAPI/Flask xử lý model định giá xe.</a:t>
            </a:r>
          </a:p>
          <a:p>
            <a:pPr/>
            <a:r>
              <a:t>Khác: Docker, bảo mật cấu hình (Spring Security, Config Server).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Kiến trúc hệ thống (Microservices)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[CHÈN HÌNH ẢNH SƠ ĐỒ KIẾN TRÚC VÀO ĐÂY]</a:t>
            </a:r>
          </a:p>
          <a:p>
            <a:pPr/>
            <a:r>
              <a:t>API Gateway: Điểm vào duy nhất, route request đến các service.</a:t>
            </a:r>
          </a:p>
          <a:p>
            <a:pPr/>
            <a:r>
              <a:t>Service Registry (Eureka): Quản lý danh sách các services.</a:t>
            </a:r>
          </a:p>
          <a:p>
            <a:pPr/>
            <a:r>
              <a:t>Giao tiếp nội bộ: Sử dụng Feign Client (REST) hoặc Message Queue.</a:t>
            </a:r>
          </a:p>
          <a:p>
            <a:pPr/>
            <a:r>
              <a:t>Database Per Service: Mỗi service quản lý DB riêng biệt để đảm bảo tính độc lập.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Các tính năng nổi bật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Quản lý danh mục và thông tin ô tô.</a:t>
            </a:r>
          </a:p>
          <a:p>
            <a:pPr/>
            <a:r>
              <a:t>Upload và quản lý hình ảnh xe (Tối ưu UX).</a:t>
            </a:r>
          </a:p>
          <a:p>
            <a:pPr/>
            <a:r>
              <a:t>AI Price Service: Dự đoán giá xe ô tô bằng AI.</a:t>
            </a:r>
          </a:p>
          <a:p>
            <a:pPr/>
            <a:r>
              <a:t>Quy trình đặt hàng / Mua xe an toàn.</a:t>
            </a:r>
          </a:p>
          <a:p>
            <a:pPr/>
            <a:r>
              <a:t>Xác thực và phân quyền người dùng (Authentication &amp; Authorization).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Khó khăn gặp phải &amp; Giải pháp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Khó khăn: Bảo mật các cấu hình nhạy cảm trong Spring Boot.</a:t>
            </a:r>
          </a:p>
          <a:p>
            <a:pPr/>
            <a:r>
              <a:t>Giải pháp: Sử dụng cơ chế mã hóa cấu hình, Environment Variables hoặc Vault.</a:t>
            </a:r>
          </a:p>
          <a:p>
            <a:pPr/>
            <a:r>
              <a:t>Khó khăn: Lỗi giao tiếp giữa các service (VD: Feign Client 404).</a:t>
            </a:r>
          </a:p>
          <a:p>
            <a:pPr/>
            <a:r>
              <a:t>Giải pháp: Kiểm tra lại Eureka Config, cấu hình đường dẫn API Gateway chuẩn xác.</a:t>
            </a:r>
          </a:p>
          <a:p>
            <a:pPr/>
            <a:r>
              <a:t>Khó khăn: Tối ưu trải nghiệm tải ảnh xe.</a:t>
            </a:r>
          </a:p>
          <a:p>
            <a:pPr/>
            <a:r>
              <a:t>Giải pháp: Nén ảnh ở client/server, sử dụng CDN hoặc lưu trữ S3/Cloudinary.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Demo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[CHÈN VIDEO DEMO HOẶC CHUYỂN SANG TRÌNH DUYỆT ĐỂ LIVE DEMO]</a:t>
            </a:r>
          </a:p>
          <a:p>
            <a:pPr/>
            <a:r>
              <a:t>Kịch bản Demo:</a:t>
            </a:r>
          </a:p>
          <a:p>
            <a:pPr/>
            <a:r>
              <a:t>1. Đăng nhập hệ thống.</a:t>
            </a:r>
          </a:p>
          <a:p>
            <a:pPr/>
            <a:r>
              <a:t>2. Xem danh sách xe và chi tiết.</a:t>
            </a:r>
          </a:p>
          <a:p>
            <a:pPr/>
            <a:r>
              <a:t>3. Sử dụng AI dự đoán giá xe.</a:t>
            </a:r>
          </a:p>
          <a:p>
            <a:pPr/>
            <a:r>
              <a:t>4. Đặt mua xe.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Hướng phát triển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Tích hợp cổng thanh toán trực tuyến (VNPay, Momo, Stripe).</a:t>
            </a:r>
          </a:p>
          <a:p>
            <a:pPr/>
            <a:r>
              <a:t>Phát triển hệ thống Recommendation System gợi ý xe cho người dùng.</a:t>
            </a:r>
          </a:p>
          <a:p>
            <a:pPr/>
            <a:r>
              <a:t>Đưa hệ thống lên Cloud (AWS / GCP) sử dụng Kubernetes (K8s).</a:t>
            </a:r>
          </a:p>
          <a:p>
            <a:pPr/>
            <a:r>
              <a:t>Phát triển thêm App Mobile (React Native / Flutter).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CẢM ƠN QUÝ THẦY CÔ ĐÃ LẮNG NGHE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Mời Quý Thầy Cô đặt câu hỏi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